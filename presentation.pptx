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Capstone Business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sales analysis &amp; actionable recommendations</a:t>
            </a:r>
          </a:p>
          <a:p>
            <a:r>
              <a:t>Prepared by: Student</a:t>
            </a:r>
          </a:p>
          <a:p>
            <a:r>
              <a:t>Date: 2025-12-07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 &amp; objective</a:t>
            </a:r>
          </a:p>
          <a:p>
            <a:pPr lvl="1"/>
            <a:r>
              <a:t>Data source and description</a:t>
            </a:r>
          </a:p>
          <a:p>
            <a:pPr lvl="1"/>
            <a:r>
              <a:t>Scope and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revenue trend and seasonality</a:t>
            </a:r>
          </a:p>
          <a:p>
            <a:pPr lvl="1"/>
            <a:r>
              <a:t>Top categories and products by revenue</a:t>
            </a:r>
          </a:p>
          <a:p>
            <a:pPr lvl="1"/>
            <a:r>
              <a:t>Customer segments and suggested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Targeted marketing for high-value segments</a:t>
            </a:r>
          </a:p>
          <a:p>
            <a:pPr lvl="1"/>
            <a:r>
              <a:t>2. Pricing experiments and inventory rebalancing</a:t>
            </a:r>
          </a:p>
          <a:p>
            <a:pPr lvl="1"/>
            <a:r>
              <a:t>3. Implement tracking and A/B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